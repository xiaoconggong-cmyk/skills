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1127455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861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4A3B8"/>
                </a:solidFill>
              </a:rPr>
              <a:t>下一代工业视觉检测平台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6133" y="6446520"/>
            <a:ext cx="365668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8293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4748B"/>
                </a:solidFill>
              </a:rPr>
              <a:t>2026年7月 · 天使轮融资路演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57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337" y="342900"/>
            <a:ext cx="60944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市场机遇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226" y="960120"/>
            <a:ext cx="6703923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  全球工业视觉市场 2026 年达 180 亿美元，CAGR 12.7%</a:t>
            </a:r>
          </a:p>
          <a:p>
            <a:r>
              <a:rPr sz="1600">
                <a:solidFill>
                  <a:srgbClr val="1E293B"/>
                </a:solidFill>
              </a:rPr>
              <a:t>  AI 视觉检测渗透率仅 23%，替代空间巨大</a:t>
            </a:r>
          </a:p>
          <a:p>
            <a:r>
              <a:rPr sz="1600">
                <a:solidFill>
                  <a:srgbClr val="1E293B"/>
                </a:solidFill>
              </a:rPr>
              <a:t>  制造业人力成本年均上涨 8%，自动化需求迫切</a:t>
            </a:r>
          </a:p>
          <a:p>
            <a:r>
              <a:rPr sz="1600">
                <a:solidFill>
                  <a:srgbClr val="1E293B"/>
                </a:solidFill>
              </a:rPr>
              <a:t>  政策端：智能制造 2025 专项资金有力支撑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