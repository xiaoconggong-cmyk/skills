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03704"/>
            <a:ext cx="8375904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深度学习异常检测研究进展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87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主动视觉语言推理方法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2026年3月  大组会汇报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64008"/>
            <a:ext cx="9966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7712" y="1307592"/>
            <a:ext cx="4361688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1. 项目背景
2. 研究现状
3. 问题与挑战
4. 工作进展
5. 项目落地
6.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1.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主动视觉语言推理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1143000"/>
            <a:ext cx="8778240" cy="155448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179576"/>
            <a:ext cx="8732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在真实机器人应用场景中（如工业巡检、物体抓取），</a:t>
            </a:r>
            <a:r>
              <a:rPr sz="1600" b="1">
                <a:solidFill>
                  <a:srgbClr val="FF0000"/>
                </a:solidFill>
              </a:rPr>
              <a:t>关键信息</a:t>
            </a:r>
            <a:r>
              <a:rPr sz="1600" b="0">
                <a:solidFill>
                  <a:srgbClr val="000000"/>
                </a:solidFill>
              </a:rPr>
              <a:t>往往仅分布于局部区域，单次被动感知难以支撑稳定可靠判断。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</a:rPr>
              <a:t>机器人不应被动地均匀理解场景中每一个像素，而应</a:t>
            </a:r>
            <a:r>
              <a:rPr sz="1600" b="1">
                <a:solidFill>
                  <a:srgbClr val="FF0000"/>
                </a:solidFill>
              </a:rPr>
              <a:t>主动选择</a:t>
            </a:r>
            <a:r>
              <a:rPr sz="1600" b="0">
                <a:solidFill>
                  <a:srgbClr val="000000"/>
                </a:solidFill>
              </a:rPr>
              <a:t>对当前任务最有价值的信息区域进行聚焦感知与推理。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8" y="4032504"/>
            <a:ext cx="1216152" cy="8503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被动感知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0296" y="4032504"/>
            <a:ext cx="1216152" cy="8503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主动聚焦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3. 问题与挑战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1323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在复杂的工业环境中，如何使机器人能够主动选择关键信息？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1463040"/>
            <a:ext cx="8778240" cy="137160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" y="1508760"/>
            <a:ext cx="8732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主动关键场景选择能力：</a:t>
            </a:r>
            <a:r>
              <a:rPr sz="1600" b="0">
                <a:solidFill>
                  <a:srgbClr val="000000"/>
                </a:solidFill>
              </a:rPr>
              <a:t>在复杂环境中优先关注对任务决策最具价值的场景数据。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主动语义歧义建模能力：</a:t>
            </a:r>
            <a:r>
              <a:rPr sz="1600" b="0">
                <a:solidFill>
                  <a:srgbClr val="000000"/>
                </a:solidFill>
              </a:rPr>
              <a:t>针对语言与视觉之间的模糊对应关系，强化多模态对齐与理解。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</a:rPr>
              <a:t>主动聚焦与推理能力：</a:t>
            </a:r>
            <a:r>
              <a:rPr sz="1600" b="0">
                <a:solidFill>
                  <a:srgbClr val="000000"/>
                </a:solidFill>
              </a:rPr>
              <a:t>聚焦语义最关键的区域，逐步递归推理得到精确判断。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8" y="4572000"/>
            <a:ext cx="1216152" cy="8503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语义歧义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0296" y="4572000"/>
            <a:ext cx="1216152" cy="8503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递归推理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4. 实验结果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105156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MVTec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VisA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BTAD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Average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PaDiM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78.7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PatchCore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80.7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CFA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88.5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91.0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1440" y="1005840"/>
            <a:ext cx="4663440" cy="201168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5464" y="1005840"/>
            <a:ext cx="3877056" cy="1371600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01184" y="1051560"/>
            <a:ext cx="3785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1184" y="1371600"/>
            <a:ext cx="3785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</a:rPr>
              <a:t>  MVTec-AD 超越 SOTA 5.3%</a:t>
            </a:r>
          </a:p>
          <a:p>
            <a:r>
              <a:rPr sz="1400">
                <a:solidFill>
                  <a:srgbClr val="000000"/>
                </a:solidFill>
              </a:rPr>
              <a:t>  VisA 提升 12.2%</a:t>
            </a:r>
          </a:p>
          <a:p>
            <a:r>
              <a:rPr sz="1400">
                <a:solidFill>
                  <a:srgbClr val="000000"/>
                </a:solidFill>
              </a:rPr>
              <a:t>  推理速度 23 FPS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737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6. 后续计划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7882127" cy="1005839"/>
          </a:xfrm>
          <a:prstGeom prst="rect">
            <a:avLst/>
          </a:prstGeom>
          <a:noFill/>
          <a:ln w="635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987552"/>
            <a:ext cx="7790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1. 将生成的缺陷图片（200+张）加入训练数据，重新微调缺陷检测模型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261872"/>
            <a:ext cx="7790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2. AI验布机重点解决类别不均衡问题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536192"/>
            <a:ext cx="7790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3. 撰写毕业论文和相关专利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